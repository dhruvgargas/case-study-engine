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D6FB8"/>
                </a:solidFill>
              </a:defRPr>
            </a:pPr>
            <a:r>
              <a:t>Case study (anonymised) | Indian cement manufacturer | AI safety on existing CCTV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3"/>
                </a:solidFill>
              </a:defRPr>
            </a:pPr>
            <a:r>
              <a:t>Real PPE compliance rose from 69% to 91% in an eight-week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1F2933"/>
                </a:solidFill>
              </a:defRPr>
            </a:pPr>
            <a:r>
              <a:t>• Restricted-zone entries down 77% after the client added guards the camera data pointed to</a:t>
            </a:r>
          </a:p>
          <a:p>
            <a:pPr>
              <a:spcAft>
                <a:spcPts val="1000"/>
              </a:spcAft>
              <a:defRPr sz="1500"/>
            </a:pPr>
            <a:r>
              <a:t>• Alerts acknowledged in about 2 minutes, down from nearly 9</a:t>
            </a:r>
          </a:p>
          <a:p>
            <a:pPr>
              <a:spcAft>
                <a:spcPts val="1000"/>
              </a:spcAft>
              <a:defRPr sz="1500"/>
            </a:pPr>
            <a:r>
              <a:t>• False alarms under 10% on the client's own sample review, down from 20%</a:t>
            </a:r>
          </a:p>
          <a:p>
            <a:pPr>
              <a:spcAft>
                <a:spcPts val="1000"/>
              </a:spcAft>
              <a:defRPr sz="1500"/>
            </a:pPr>
            <a:r>
              <a:t>• Truck turnaround down 24% on like-for-like data, credit shared with the client's own gate changes</a:t>
            </a:r>
          </a:p>
          <a:p>
            <a:pPr>
              <a:spcAft>
                <a:spcPts val="1000"/>
              </a:spcAft>
              <a:defRPr sz="1500"/>
            </a:pPr>
            <a:r>
              <a:t>• No video left the plant network: on-premises, no internet egress</a:t>
            </a:r>
          </a:p>
        </p:txBody>
      </p:sp>
      <p:pic>
        <p:nvPicPr>
          <p:cNvPr id="5" name="Picture 4" descr="chart_compliance_coh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920240"/>
            <a:ext cx="5852160" cy="31601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172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B7280"/>
                </a:solidFill>
              </a:defRPr>
            </a:pPr>
            <a:r>
              <a:t>Anonymised draft pending client approval. Every figure traces to the project record.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study slide (draft, pending client approval)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